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1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RongsokKu — Platform Marketplace Kiloan Barang Bekas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berdasarkan hasil validasi pasar yang telah dilakukan sebelumnya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 10 responden warga dan 2 narasumber pengepul.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900000"/>
            <a:ext cx="7315200" cy="1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Anggota:</a:t>
            </a:r>
          </a:p>
          <a:p>
            <a:pPr marL="182880" indent="-182880">
              <a:spcBef>
                <a:spcPts val="6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MUHAMMAD RIZKY RAJABI — 2410631170039</a:t>
            </a:r>
          </a:p>
          <a:p>
            <a:pPr marL="182880" indent="-182880">
              <a:spcBef>
                <a:spcPts val="3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DEFRY ANANTA PERANGIN ANGIN — 2410631170066</a:t>
            </a:r>
          </a:p>
          <a:p>
            <a:pPr marL="182880" indent="-182880">
              <a:spcBef>
                <a:spcPts val="3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DIEGO ANDREAS SIMANJUNTAK — 2410631170068</a:t>
            </a:r>
          </a:p>
          <a:p>
            <a:pPr marL="182880" indent="-182880">
              <a:spcBef>
                <a:spcPts val="3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ANDHIKA EKA PRATAMA — 2410631170129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40080" y="6080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Kelas: 5B Informatika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Validasi Pasar Menuju BMC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temuan validasi pasar yang menjadi dasar penyusunan Business Model Canvas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99999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warga mengalami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kesulitan harga tidak transparan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99999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tertarik/sangat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tertarik pada solusi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99999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survei warga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narasumber pengepul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89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Kualitatif dari Wawancara Pengepul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006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transaksi masih manual (bon kertas) pada kedua pengepul — peluang digitalisasi.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Hambatan berbeda: kerumitan aplikasi bagi yang kurang melek teknologi, vs. isu kepercayaan/keamanan bagi yang sudah melek teknologi.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pengepul menyatakan tertarik memakai platform, dengan syarat sederhana dan saling menguntungkan.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 — RongsokKu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694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Apa yang ditawarkan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758952"/>
            <a:ext cx="146304" cy="146304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47288" y="694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Pelanggan &amp; cara menjangkau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35040" y="75895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36208" y="694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Sumber uang &amp; pengeluaran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823960" y="758952"/>
            <a:ext cx="146304" cy="146304"/>
          </a:xfrm>
          <a:prstGeom prst="ellipse">
            <a:avLst/>
          </a:prstGeom>
          <a:solidFill>
            <a:srgbClr val="6B4E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25128" y="694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Sumber daya &amp; mitra kerja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143000"/>
            <a:ext cx="2743200" cy="1874520"/>
          </a:xfrm>
          <a:prstGeom prst="roundRect">
            <a:avLst>
              <a:gd name="adj" fmla="val 3415"/>
            </a:avLst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1005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743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12252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TAWARAN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14721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 Propositions)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" y="1709928"/>
            <a:ext cx="24871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transparan &amp; real-time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pengepul terdekat, mudah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jemput barang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rating: transaksi tepercaya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1143000"/>
            <a:ext cx="2743200" cy="1874520"/>
          </a:xfrm>
          <a:prstGeom prst="roundRect">
            <a:avLst>
              <a:gd name="adj" fmla="val 3415"/>
            </a:avLst>
          </a:prstGeom>
          <a:solidFill>
            <a:srgbClr val="2461A8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1005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61A8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57784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19856" y="12252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PELANGGAN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419856" y="14721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Segments)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19856" y="1709928"/>
            <a:ext cx="24871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Warga/rumah tangga penjual barang bekas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Pengepul/lapak skala kecil-menengah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lanjutan: pemulung, pabrik daur ulang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743200" cy="1874520"/>
          </a:xfrm>
          <a:prstGeom prst="roundRect">
            <a:avLst>
              <a:gd name="adj" fmla="val 3415"/>
            </a:avLst>
          </a:prstGeom>
          <a:solidFill>
            <a:srgbClr val="2461A8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1005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61A8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54496" y="12252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SALURAN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14721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(Channels)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1709928"/>
            <a:ext cx="24871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/ WhatsApp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(edukasi &amp; promosi)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Sosialisasi lewat RT/RW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0" y="1143000"/>
            <a:ext cx="2743200" cy="1874520"/>
          </a:xfrm>
          <a:prstGeom prst="roundRect">
            <a:avLst>
              <a:gd name="adj" fmla="val 3415"/>
            </a:avLst>
          </a:prstGeom>
          <a:solidFill>
            <a:srgbClr val="2461A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47120" y="1005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61A8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12471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89136" y="12252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PELANGGAN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089136" y="14721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Relationships)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089136" y="1709928"/>
            <a:ext cx="248716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via aplikasi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Bantuan/panduan pengguna baru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ulasan pengepul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5577840" cy="1417320"/>
          </a:xfrm>
          <a:prstGeom prst="roundRect">
            <a:avLst>
              <a:gd name="adj" fmla="val 4516"/>
            </a:avLst>
          </a:prstGeom>
          <a:solidFill>
            <a:srgbClr val="D9A441"/>
          </a:solidFill>
          <a:ln/>
        </p:spPr>
      </p:sp>
      <p:sp>
        <p:nvSpPr>
          <p:cNvPr id="36" name="Shape 34"/>
          <p:cNvSpPr/>
          <p:nvPr/>
        </p:nvSpPr>
        <p:spPr>
          <a:xfrm>
            <a:off x="5577840" y="29718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5778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" y="3191256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PENDAPATAN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85216" y="3438144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(Revenue Streams)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85216" y="3675888"/>
            <a:ext cx="5321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Langganan bulanan pengepul (± Rp30.000–100.000)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Komisi per transaksi (opsional)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Iklan/promosi untuk pengepul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3108960"/>
            <a:ext cx="5577840" cy="1417320"/>
          </a:xfrm>
          <a:prstGeom prst="roundRect">
            <a:avLst>
              <a:gd name="adj" fmla="val 4516"/>
            </a:avLst>
          </a:prstGeom>
          <a:solidFill>
            <a:srgbClr val="D9A441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47120" y="29718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12471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254496" y="3191256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BIAYA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254496" y="3438144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(Cost Structure)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254496" y="3675888"/>
            <a:ext cx="5321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&amp; maintenance aplikasi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server/hosting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 &amp; edukasi pengguna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617720"/>
            <a:ext cx="3688080" cy="1828800"/>
          </a:xfrm>
          <a:prstGeom prst="roundRect">
            <a:avLst>
              <a:gd name="adj" fmla="val 3500"/>
            </a:avLst>
          </a:prstGeom>
          <a:solidFill>
            <a:srgbClr val="6B4E9E"/>
          </a:solidFill>
          <a:ln/>
        </p:spPr>
      </p:sp>
      <p:sp>
        <p:nvSpPr>
          <p:cNvPr id="48" name="Shape 46"/>
          <p:cNvSpPr/>
          <p:nvPr/>
        </p:nvSpPr>
        <p:spPr>
          <a:xfrm>
            <a:off x="3688080" y="4480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E9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3688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585216" y="4700016"/>
            <a:ext cx="343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DAYA UTAMA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585216" y="4946904"/>
            <a:ext cx="3432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 Resources)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85216" y="5184648"/>
            <a:ext cx="3432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&amp; database harga pasar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pengepul terverifikasi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dukungan pelanggan/teknis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36720" y="4617720"/>
            <a:ext cx="3688080" cy="1828800"/>
          </a:xfrm>
          <a:prstGeom prst="roundRect">
            <a:avLst>
              <a:gd name="adj" fmla="val 3500"/>
            </a:avLst>
          </a:prstGeom>
          <a:solidFill>
            <a:srgbClr val="6B4E9E"/>
          </a:solidFill>
          <a:ln/>
        </p:spPr>
      </p:sp>
      <p:sp>
        <p:nvSpPr>
          <p:cNvPr id="54" name="Shape 52"/>
          <p:cNvSpPr/>
          <p:nvPr/>
        </p:nvSpPr>
        <p:spPr>
          <a:xfrm>
            <a:off x="7467600" y="4480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E9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74676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364736" y="4700016"/>
            <a:ext cx="343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UTAMA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4364736" y="4946904"/>
            <a:ext cx="3432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 Activities)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364736" y="5184648"/>
            <a:ext cx="3432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&amp; pemeliharaan aplikasi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data harga secara berkala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&amp; onboarding pengepul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Edukasi warga &amp; pengepul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16240" y="4617720"/>
            <a:ext cx="3688080" cy="1828800"/>
          </a:xfrm>
          <a:prstGeom prst="roundRect">
            <a:avLst>
              <a:gd name="adj" fmla="val 3500"/>
            </a:avLst>
          </a:prstGeom>
          <a:solidFill>
            <a:srgbClr val="6B4E9E"/>
          </a:solidFill>
          <a:ln/>
        </p:spPr>
      </p:sp>
      <p:sp>
        <p:nvSpPr>
          <p:cNvPr id="60" name="Shape 58"/>
          <p:cNvSpPr/>
          <p:nvPr/>
        </p:nvSpPr>
        <p:spPr>
          <a:xfrm>
            <a:off x="11247120" y="4480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E9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2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112471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8144256" y="4700016"/>
            <a:ext cx="3432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UTAMA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8144256" y="4946904"/>
            <a:ext cx="3432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 Partnerships)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8144256" y="5184648"/>
            <a:ext cx="34320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Pengepul/lapak sebagai mitra utama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warga / RT-RW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Jasa kurir untuk jemput barang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 daur ulang (jangka panjang)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Siapa, dan Apa Nilainya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2: Segmen Pelanggan  &amp;  Elemen 1: Nilai Tawaran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7F7F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👥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10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Pelanggan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Warga/rumah tangga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utama riset — sering punya barang bekas namun bingung menjual dengan harga wajar.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Pengepul/lapak skala kecil-menengah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sisi permintaan — butuh pasokan stabil &amp; pencatatan transaksi yang lebih rapi.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pengembangan lanjutan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Pemulung dan pabrik daur ulang, divalidasi lebih lanjut di tahap berikutnya.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💎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Tawaran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transparan &amp; real-time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keluhan 100% responden soal harga tidak transparan.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pengepul terdekat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Menghemat waktu, tak perlu menunggu pemulung/pengepul lewat.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jemput barang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Praktis, sesuai saran responden agar barang tak menumpuk lama.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rating &amp; verifikasi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kepercayaan — menjawab kekhawatiran penipuan dari wawancara pengepul.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Menjangkau &amp; Menjaga Pengguna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3: Saluran  &amp;  Elemen 4: Hubungan Pelanggan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SALURAN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📱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09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/ WhatsApp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391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jalur akses — WhatsApp menjawab temuan wawancara bahwa sebagian pengepul hanya familiar dengan WhatsApp.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📢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15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edukasi awal dan promosi ke warga di sekitar wilayah layanan.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🏘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216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Sosialisasi RT/RW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50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kepercayaan awal melalui komunitas warga setempat.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PELANGGAN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🖥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709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aplikasi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391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&amp; pengepul mencari harga dan mitra transaksi secara mandiri.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697480"/>
            <a:ext cx="548640" cy="54864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💬</a:t>
            </a:r>
            <a:endParaRPr lang="en-US" sz="168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715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pengguna baru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penggunaan bagi pengguna yang kurang familiar dengan aplikasi.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703320"/>
            <a:ext cx="548640" cy="548640"/>
          </a:xfrm>
          <a:prstGeom prst="ellipse">
            <a:avLst/>
          </a:prstGeom>
          <a:solidFill>
            <a:srgbClr val="2461A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⭐</a:t>
            </a:r>
            <a:endParaRPr lang="en-US" sz="168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7216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ulasan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050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kepercayaan antar pengguna dalam jangka panjang.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Menjalankan Bisnis Ini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7: Sumber Daya Utama  ·  8: Aktivitas Utama  ·  9: Kemitraan Utama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7F7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6B4E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🗄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DAYA UTAMA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&amp; database harga pasar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pengepul terverifikasi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dukungan pelanggan/teknis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7F7F2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920240"/>
            <a:ext cx="548640" cy="548640"/>
          </a:xfrm>
          <a:prstGeom prst="ellipse">
            <a:avLst/>
          </a:prstGeom>
          <a:solidFill>
            <a:srgbClr val="6B4E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⚙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UTAMA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&amp; pemeliharaan aplikasi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data harga secara berkala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&amp; onboarding pengepul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Edukasi warga &amp; pengepul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7F7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rgbClr val="6B4E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🤝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UTAMA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0632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Pengepul/lapak barang bekas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warga / RT-RW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Penyedia jasa kurir/logistik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 daur ulang (jangka panjang)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Bisnis Ini Untung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6: Struktur Biaya  &amp;  Elemen 5: Arus Pendapatan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24471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💰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Biaya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&amp; maintenance aplikasi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server/hosting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 &amp; edukasi pengguna (sosialisasi RT/RW, konten media sosial)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tim dukungan pelanggan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74520"/>
            <a:ext cx="502920" cy="502920"/>
          </a:xfrm>
          <a:prstGeom prst="ellipse">
            <a:avLst/>
          </a:prstGeom>
          <a:solidFill>
            <a:srgbClr val="1B3A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📈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920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Pendapatan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Langganan bulanan pengepul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Rp30.000–Rp100.000/bulan, mengacu pada kesediaan membayar dari hasil wawancara.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Komisi per transaksi (opsional)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Diterapkan bertahap agar tidak membebani pengepul di tahap awal.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Iklan/promosi berbayar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pengepul yang ingin tampil di posisi teratas hasil pencarian.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Pasar adalah Awal,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 adalah Peta Jalannya.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6537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2026-09-07T02:13:15Z</dcterms:created>
  <dcterms:modified xsi:type="dcterms:W3CDTF">2026-09-07T02:13:15Z</dcterms:modified>
</cp:coreProperties>
</file>